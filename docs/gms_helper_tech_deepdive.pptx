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1435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class GMSHelper {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381000" y="8477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async analyze(submission) {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1811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parser = new StreamingXMLParser();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15144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const clusterer = new ImprovedFailureClusterer();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81000" y="184785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return await this.engine.process(submission);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1812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1000" y="251460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284797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Scaling to millions of data points...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1000" y="3181350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Optimized for Android VTS/CTS artifacts...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514725"/>
            <a:ext cx="8549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FastAPI / SQLAlchemy / Playwright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5490" y="1890713"/>
            <a:ext cx="889287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GMS-helper Deep Dive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125490" y="2890838"/>
            <a:ext cx="88928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ARCHITECTURE &amp; INTELLIGENCE LAYER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-91440" y="4438650"/>
            <a:ext cx="9326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Perspective | Q1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85192"/>
            <a:ext cx="334744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00050" y="1594842"/>
            <a:ext cx="0" cy="238125"/>
          </a:xfrm>
          <a:prstGeom prst="line">
            <a:avLst/>
          </a:prstGeom>
          <a:noFill/>
          <a:ln w="381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594842"/>
            <a:ext cx="31919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35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Engineered for Scale &amp; Speed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1000" y="2061567"/>
            <a:ext cx="3281809" cy="1943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pPr algn="l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Backend:</a:t>
            </a:r>
            <a:pPr algn="l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Asynchronous request handling with SQLite/SQLAlchemy for rapid, portable state management.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pPr algn="l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 + Vanilla JS:</a:t>
            </a:r>
            <a:pPr algn="l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Modern build pipeline with zero-overhead frontend execution and responsive Tailwind styling.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🧩</a:t>
            </a:r>
            <a:pPr algn="l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Router System:</a:t>
            </a:r>
            <a:pPr algn="l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Decoupled endpoints for uploads, reports, and AI clustering to ensure horizontal maintainability.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43809" y="381000"/>
            <a:ext cx="4719191" cy="43815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>
            <a:outerShdw sx="100000" sy="100000" kx="0" ky="0" algn="bl" rotWithShape="0" blurRad="238125" dist="9525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34334" y="804863"/>
            <a:ext cx="3938141" cy="3810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58159" y="928688"/>
            <a:ext cx="37643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Frontend: Vite / Web Workers / Tailwind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89263" y="1452563"/>
            <a:ext cx="3628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 RESTful API (JSON)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334" y="1843088"/>
            <a:ext cx="3938141" cy="3810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58159" y="1966912"/>
            <a:ext cx="37643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Backend: Python 3.9+ / FastAPI / Uvicorn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89263" y="2490788"/>
            <a:ext cx="3628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 ORM (SQLAlchemy)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34334" y="2881313"/>
            <a:ext cx="3938141" cy="3810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58159" y="3005138"/>
            <a:ext cx="37643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Database: SQLite (Reliability &amp; Portability)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89263" y="3529013"/>
            <a:ext cx="36282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↕ Intelligence Layer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334" y="3919537"/>
            <a:ext cx="3938141" cy="3810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58159" y="4043363"/>
            <a:ext cx="37643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AI: OpenAI / Anthropic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85192"/>
            <a:ext cx="409113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8"/>
              </a:spcBef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Data Ingestion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594842"/>
            <a:ext cx="409113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1"/>
              </a:spcBef>
              <a:spcAft>
                <a:spcPts val="1800"/>
              </a:spcAft>
              <a:buNone/>
            </a:pPr>
            <a:r>
              <a:rPr lang="en-US" sz="13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 XML Processing in Web Workers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81000" y="2061567"/>
            <a:ext cx="4010918" cy="25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0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050" dirty="0"/>
          </a:p>
          <a:p>
            <a:pPr algn="l" marL="342900" indent="-342900">
              <a:spcAft>
                <a:spcPts val="1200"/>
              </a:spcAft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061567"/>
            <a:ext cx="40911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Zero-Wait Client Ingestion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1000" y="2423517"/>
            <a:ext cx="4091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 of uploading multi-GB XML files, we parse at the </a:t>
            </a:r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(Browser)</a:t>
            </a:r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Web Workers.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56917"/>
            <a:ext cx="40911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Memory-Efficient SAX Parsing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1000" y="3318867"/>
            <a:ext cx="4091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</a:t>
            </a:r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StreamingXMLParser</a:t>
            </a:r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implementation prevents browser memory spikes by avoiding DOM conversion.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852267"/>
            <a:ext cx="40911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Non-Blocking UI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1000" y="4214217"/>
            <a:ext cx="4091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Offloading 100,000+ test case extraction to background threads keeps the Main Thread @ 60FPS.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2918" y="381000"/>
            <a:ext cx="3990082" cy="4381500"/>
          </a:xfrm>
          <a:prstGeom prst="roundRect">
            <a:avLst>
              <a:gd name="adj" fmla="val 477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811018" y="381000"/>
            <a:ext cx="0" cy="4381500"/>
          </a:xfrm>
          <a:prstGeom prst="line">
            <a:avLst/>
          </a:prstGeom>
          <a:noFill/>
          <a:ln w="762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34868" y="2714625"/>
            <a:ext cx="34092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// Effectively handles 500MB+ VTS logs in &lt; 5s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85496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Intelligence Layer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81000" y="714375"/>
            <a:ext cx="85496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105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Scalable Failure Clustering &amp; Root Cause Analysis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81000" y="1000125"/>
            <a:ext cx="8382000" cy="16383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85775" y="1519238"/>
            <a:ext cx="8172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5775" y="1228725"/>
            <a:ext cx="8335899" cy="209550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algn="l" indent="0" marL="0">
              <a:spcBef>
                <a:spcPts val="975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Pipeline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85775" y="1638300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1855" y="1657350"/>
            <a:ext cx="39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33425" y="1619250"/>
            <a:ext cx="3699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Levenshtein Normalization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3425" y="1733550"/>
            <a:ext cx="369902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traces are stripped of unique IDs and normalized for structural comparison.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5775" y="1943100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2925" y="1962150"/>
            <a:ext cx="5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33425" y="1924050"/>
            <a:ext cx="26901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Embeddings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33425" y="2038350"/>
            <a:ext cx="26901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patterns are converted to high-dimensional vectors.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85775" y="2247900"/>
            <a:ext cx="171450" cy="171450"/>
          </a:xfrm>
          <a:prstGeom prst="roundRect">
            <a:avLst>
              <a:gd name="adj" fmla="val 533333"/>
            </a:avLst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925" y="2266950"/>
            <a:ext cx="582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33425" y="2228850"/>
            <a:ext cx="3006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K-Means / DBSCAN Clustering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33425" y="2343150"/>
            <a:ext cx="30060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Failures are grouped into actionable clusters with 95%+ precision.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1000" y="2733675"/>
            <a:ext cx="8382000" cy="2450753"/>
          </a:xfrm>
          <a:prstGeom prst="roundRect">
            <a:avLst>
              <a:gd name="adj" fmla="val 31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85775" y="3252788"/>
            <a:ext cx="81724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775" y="2962275"/>
            <a:ext cx="8335899" cy="209550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algn="l" indent="0" marL="0">
              <a:spcBef>
                <a:spcPts val="975"/>
              </a:spcBef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Integration Logic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5775" y="3352800"/>
            <a:ext cx="8172450" cy="1390650"/>
          </a:xfrm>
          <a:prstGeom prst="roundRect">
            <a:avLst>
              <a:gd name="adj" fmla="val 821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8650" y="3609975"/>
            <a:ext cx="8044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# Logic: analysis_service.py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650" y="3857625"/>
            <a:ext cx="8044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cluster_data = normalize_traces(failures)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650" y="4105275"/>
            <a:ext cx="8044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if similarity(f1, f2) &gt; 0.85: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650" y="4352925"/>
            <a:ext cx="80444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38BDF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group_to_cluster(f1, f2)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5775" y="4838700"/>
            <a:ext cx="8335899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750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</a:t>
            </a:r>
            <a:pPr algn="l" indent="0" marL="0">
              <a:lnSpc>
                <a:spcPts val="1073"/>
              </a:lnSpc>
              <a:spcBef>
                <a:spcPts val="750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Multi-LLM strategy</a:t>
            </a:r>
            <a:pPr algn="l" indent="0" marL="0">
              <a:lnSpc>
                <a:spcPts val="1073"/>
              </a:lnSpc>
              <a:spcBef>
                <a:spcPts val="750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allows fallback between OpenAI, Anthropic, and local models.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36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732532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2000" y="1237357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 Engineering Excellence &amp; Automation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618357"/>
            <a:ext cx="7620000" cy="612428"/>
          </a:xfrm>
          <a:prstGeom prst="roundRect">
            <a:avLst>
              <a:gd name="adj" fmla="val 1244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5825" y="1742182"/>
            <a:ext cx="7519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API-First Integration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85825" y="1970782"/>
            <a:ext cx="7519797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 internal analysis engine via secure REST endpoints for CI/CD hook integration.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762000" y="2345085"/>
            <a:ext cx="7620000" cy="612428"/>
          </a:xfrm>
          <a:prstGeom prst="roundRect">
            <a:avLst>
              <a:gd name="adj" fmla="val 1244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5825" y="2468910"/>
            <a:ext cx="7519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Parsing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85825" y="2697510"/>
            <a:ext cx="7519797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from client-heavy to hybrid Web-Worker + Celery/Redis backend processing.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762000" y="3071813"/>
            <a:ext cx="7620000" cy="612428"/>
          </a:xfrm>
          <a:prstGeom prst="roundRect">
            <a:avLst>
              <a:gd name="adj" fmla="val 1244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85825" y="3195638"/>
            <a:ext cx="7519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Plugin Architecture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85825" y="3424238"/>
            <a:ext cx="7519797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for custom test suites (OemCts, PartnerVts) via dynamic class loading.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62000" y="3798540"/>
            <a:ext cx="7620000" cy="612428"/>
          </a:xfrm>
          <a:prstGeom prst="roundRect">
            <a:avLst>
              <a:gd name="adj" fmla="val 12442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5825" y="3922365"/>
            <a:ext cx="75197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Self-Hostable (Docker)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85825" y="4150965"/>
            <a:ext cx="7519797" cy="136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 containerization for secure, on-premise execution in lab environments.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2026-02-02T03:27:24Z</dcterms:created>
  <dcterms:modified xsi:type="dcterms:W3CDTF">2026-02-02T03:27:24Z</dcterms:modified>
</cp:coreProperties>
</file>