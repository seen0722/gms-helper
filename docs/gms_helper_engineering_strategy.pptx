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85750"/>
            <a:ext cx="877431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GMS_HELPER_v2.0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98352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DEPLOY_PROD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972717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K8S_READY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847082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ACID_COMMIT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721447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CI_CD_HOOK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95813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AUTH_JWT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70178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LOG_STRIP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44543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TEST_PASS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218908" y="285750"/>
            <a:ext cx="877431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GMS_HELPER_v2.0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26760" y="285750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DEPLOY_PROD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0500" y="2690813"/>
            <a:ext cx="877431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K8S_READY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98352" y="2690813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ACID_COMMIT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72717" y="2690813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CI_CD_HOOK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47082" y="2690813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AUTH_JWT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21447" y="2690813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LOG_STRIP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95813" y="2690813"/>
            <a:ext cx="843275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TEST_PASS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59965" y="1985963"/>
            <a:ext cx="642407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Strategy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1359965" y="2843213"/>
            <a:ext cx="64240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EXCELLENCE &amp; GOVERNANCE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06068" y="4533900"/>
            <a:ext cx="258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Stakeholder Briefing | Q1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38894"/>
            <a:ext cx="37006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6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DevSecOps Workflow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4800" y="829419"/>
            <a:ext cx="0" cy="2095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9100" y="829419"/>
            <a:ext cx="35646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Quality Gates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5750" y="1191369"/>
            <a:ext cx="3628132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5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pPr algn="l" indent="0" marL="0">
              <a:spcAft>
                <a:spcPts val="75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00" dirty="0"/>
          </a:p>
          <a:p>
            <a:pPr algn="l" marL="342900" indent="-342900">
              <a:spcAft>
                <a:spcPts val="75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pPr algn="l" indent="0" marL="0">
              <a:spcAft>
                <a:spcPts val="75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00" dirty="0"/>
          </a:p>
          <a:p>
            <a:pPr algn="l" marL="342900" indent="-342900">
              <a:spcAft>
                <a:spcPts val="75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spcAft>
                <a:spcPts val="75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400" y="1191369"/>
            <a:ext cx="34480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Container-First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467594"/>
            <a:ext cx="34480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multi-stage builds ensure minimal attack surface and consistent environments across labs.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000994"/>
            <a:ext cx="34480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Pipeline Integration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2277219"/>
            <a:ext cx="34480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support for GitHub Actions and GitLab CI for automated regression testing of Android artifacts.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2810619"/>
            <a:ext cx="34480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Quality Checks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3086844"/>
            <a:ext cx="34480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Pre-deployment validation of log signatures to ensure data authenticity from test benches.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04382" y="285750"/>
            <a:ext cx="4753868" cy="457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04407" y="581025"/>
            <a:ext cx="4353818" cy="41910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9162" y="733425"/>
            <a:ext cx="4324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Code Commit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04407" y="1057275"/>
            <a:ext cx="4353818" cy="41910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19162" y="1209675"/>
            <a:ext cx="4324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Unit Tests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04407" y="1533525"/>
            <a:ext cx="4353818" cy="419100"/>
          </a:xfrm>
          <a:prstGeom prst="roundRect">
            <a:avLst>
              <a:gd name="adj" fmla="val 909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9162" y="1685925"/>
            <a:ext cx="4324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Docker Build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04407" y="2009775"/>
            <a:ext cx="4353818" cy="41910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9162" y="2162175"/>
            <a:ext cx="4324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04407" y="2486025"/>
            <a:ext cx="4353818" cy="41910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19162" y="2638425"/>
            <a:ext cx="4324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Push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60869" y="3095625"/>
            <a:ext cx="4440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for </a:t>
            </a:r>
            <a:pPr algn="ctr" indent="0" marL="0">
              <a:spcBef>
                <a:spcPts val="1500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Zero-Downtime</a:t>
            </a:r>
            <a:pPr algn="ctr" indent="0" marL="0">
              <a:spcBef>
                <a:spcPts val="1500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rolling updates.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59594"/>
            <a:ext cx="854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7"/>
              </a:spcBef>
              <a:spcAft>
                <a:spcPts val="1125"/>
              </a:spcAft>
              <a:buNone/>
            </a:pPr>
            <a:r>
              <a:rPr 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Extensibility &amp; Portability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83469"/>
            <a:ext cx="4119562" cy="176807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369219"/>
            <a:ext cx="38910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405384"/>
            <a:ext cx="1022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 Plugin System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33400" y="1664494"/>
            <a:ext cx="389105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 base classes for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SuiteHandler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allow seamless addition of proprietary test formats (OemCts, PartnerVts) without touching core engine logic.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2033885"/>
            <a:ext cx="3814763" cy="184696"/>
          </a:xfrm>
          <a:prstGeom prst="roundRect">
            <a:avLst>
              <a:gd name="adj" fmla="val 20628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2052935"/>
            <a:ext cx="3774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Interfaces / ABCs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3438" y="1083469"/>
            <a:ext cx="4119562" cy="176807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95838" y="1369219"/>
            <a:ext cx="38910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4438" y="1405384"/>
            <a:ext cx="875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 First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95838" y="1664494"/>
            <a:ext cx="389105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internal function is exposed via a secure API, enabling 3rd party tools and dashboards to consume GMS-helper analysis data.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95838" y="2033885"/>
            <a:ext cx="3814763" cy="184696"/>
          </a:xfrm>
          <a:prstGeom prst="roundRect">
            <a:avLst>
              <a:gd name="adj" fmla="val 20628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2988" y="2052935"/>
            <a:ext cx="3774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FastAPI / OpenAPI 3.0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2994422"/>
            <a:ext cx="4119562" cy="176807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3280172"/>
            <a:ext cx="38910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3316337"/>
            <a:ext cx="10712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Data Strategy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33400" y="3575447"/>
            <a:ext cx="389105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SQLite for rapid edge deployments and laboratory isolation, with a migration path to PostgreSQL for enterprise-wide aggregation.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33400" y="3944838"/>
            <a:ext cx="3814763" cy="184696"/>
          </a:xfrm>
          <a:prstGeom prst="roundRect">
            <a:avLst>
              <a:gd name="adj" fmla="val 20628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0550" y="3963888"/>
            <a:ext cx="3774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SQLAlchemy / Alembic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3438" y="2994422"/>
            <a:ext cx="4119562" cy="176807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5838" y="3280172"/>
            <a:ext cx="38910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4438" y="3316337"/>
            <a:ext cx="8608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CLI-driven Logic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95838" y="3575447"/>
            <a:ext cx="389105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headless execution mode for server-side processing, allowing high-throughput analysis in Linux-based build farms.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95838" y="3944838"/>
            <a:ext cx="3814763" cy="184696"/>
          </a:xfrm>
          <a:prstGeom prst="roundRect">
            <a:avLst>
              <a:gd name="adj" fmla="val 20628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2988" y="3963888"/>
            <a:ext cx="3774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Click / Fire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59594"/>
            <a:ext cx="854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7"/>
              </a:spcBef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1000" y="1559719"/>
            <a:ext cx="4048125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83494"/>
            <a:ext cx="4129088" cy="266700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Compliance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683544"/>
            <a:ext cx="4129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Sovereignty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875830"/>
            <a:ext cx="4129088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On-premise execution ensures sensitive partner logs never leave company firewalls. No cloud-dependency for core analysis.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262485"/>
            <a:ext cx="4129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Scrubbing &amp; Privacy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454771"/>
            <a:ext cx="4129088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regex-based masking of sensitive device identifiers (IMEI, Serial) before data aggregation.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841427"/>
            <a:ext cx="4129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033713"/>
            <a:ext cx="4129088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ready via FastAPI dependencies for multi-team deployments.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14875" y="1131094"/>
            <a:ext cx="4048125" cy="2181225"/>
          </a:xfrm>
          <a:prstGeom prst="roundRect">
            <a:avLst>
              <a:gd name="adj" fmla="val 4367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67488" y="1626394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81623" y="2331244"/>
            <a:ext cx="13146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Hardened by Design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9842" y="2750344"/>
            <a:ext cx="3818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 standard alignment for artifact handling and storage duration policies.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36054"/>
            <a:ext cx="81610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7"/>
              </a:spcBef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Roadmap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907554"/>
            <a:ext cx="8001000" cy="809625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" y="1193304"/>
            <a:ext cx="7850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Q2: Scalability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23900" y="1440954"/>
            <a:ext cx="78501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from single-node SQLite to distributed PostgreSQL with Redis-backed task queuing for global lab sync.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71500" y="1860054"/>
            <a:ext cx="8001000" cy="809625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2145804"/>
            <a:ext cx="7850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Q3: AI Observability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393454"/>
            <a:ext cx="78501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AI clustering confidence scores and automated LLM fine-tuning based on engineer feedback.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1500" y="2812554"/>
            <a:ext cx="8001000" cy="809625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3098304"/>
            <a:ext cx="7850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Q4: Enterprise Integration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3345954"/>
            <a:ext cx="78501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Jira/Redmine bidirectional sync and automated Bugzilla entry generation with log extracts.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1500" y="3765054"/>
            <a:ext cx="8001000" cy="809625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4050804"/>
            <a:ext cx="7850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DX: Developer SDK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3900" y="4298454"/>
            <a:ext cx="78501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Python SDK for engineers to write "Analysis Plugins" as easily as writing unit tests.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1490" y="481280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875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Excellence. Build with Confidence.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2026-02-02T04:56:40Z</dcterms:created>
  <dcterms:modified xsi:type="dcterms:W3CDTF">2026-02-02T04:56:40Z</dcterms:modified>
</cp:coreProperties>
</file>