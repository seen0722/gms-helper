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henzeming/.gemini/antigravity/brain/28383839-6c8a-49ea-8f69-b54dcc8184f1/gms_helper_title_slide_background_17700015285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1942505"/>
            <a:ext cx="7461504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216"/>
              </a:spcBef>
              <a:spcAft>
                <a:spcPts val="1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GMS-helper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841248" y="2952155"/>
            <a:ext cx="746150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Precision Certification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1650057"/>
            <a:ext cx="352353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6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4FA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Zero-Wait Ingestion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53901" y="2199233"/>
            <a:ext cx="3454450" cy="1352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4FA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feedback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T70 project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Processed </a:t>
            </a:r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4FA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failures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across recent runs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Hardware: </a:t>
            </a:r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4FA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Trimble T70 (thorpe)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99.99% overall stability reached</a:t>
            </a:r>
            <a:endParaRPr lang="en-US" sz="1400" dirty="0"/>
          </a:p>
        </p:txBody>
      </p:sp>
      <p:pic>
        <p:nvPicPr>
          <p:cNvPr id="4" name="Image 0" descr="/Users/chenzeming/.gemini/antigravity/brain/28383839-6c8a-49ea-8f69-b54dcc8184f1/real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1994" y="218951"/>
            <a:ext cx="4451790" cy="28291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henzeming/.gemini/antigravity/brain/28383839-6c8a-49ea-8f69-b54dcc8184f1/real_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215" y="218951"/>
            <a:ext cx="4451790" cy="282917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35650" y="1402407"/>
            <a:ext cx="352353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6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0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Layer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435650" y="1951583"/>
            <a:ext cx="3454450" cy="184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noise from </a:t>
            </a:r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individual failures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Authored </a:t>
            </a:r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actionable clusters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via AI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Root Cause Identification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sync with issue tracking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Mitigation: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Predicative certification analysis.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1650057"/>
            <a:ext cx="352353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60"/>
              </a:spcBef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A8F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Reporting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53901" y="2199233"/>
            <a:ext cx="3454450" cy="1352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A8F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View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CTS (18) + GSI (27)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</a:t>
            </a:r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A8F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Failures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across T70 fleet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Excel/PDF stakeholder reports</a:t>
            </a:r>
            <a:endParaRPr lang="en-US" sz="14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Audit Trail for Certification</a:t>
            </a:r>
            <a:endParaRPr lang="en-US" sz="1400" dirty="0"/>
          </a:p>
        </p:txBody>
      </p:sp>
      <p:pic>
        <p:nvPicPr>
          <p:cNvPr id="4" name="Image 0" descr="/Users/chenzeming/.gemini/antigravity/brain/28383839-6c8a-49ea-8f69-b54dcc8184f1/real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5680" y="257175"/>
            <a:ext cx="4404420" cy="27527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henzeming/.gemini/antigravity/brain/28383839-6c8a-49ea-8f69-b54dcc8184f1/gms_helper_title_slide_background_17700015285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248" y="1436340"/>
            <a:ext cx="7461504" cy="116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320"/>
              </a:spcBef>
              <a:spcAft>
                <a:spcPts val="20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 Your Certification Today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841248" y="2953941"/>
            <a:ext cx="7461504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800"/>
              </a:spcBef>
              <a:spcAft>
                <a:spcPts val="2800"/>
              </a:spcAft>
              <a:buNone/>
            </a:pPr>
            <a:r>
              <a:rPr lang="en-US" sz="2800" b="1" dirty="0">
                <a:solidFill>
                  <a:srgbClr val="4FA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GMS-helper: The Intelligence Your Release Needs.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2026-02-02T03:21:08Z</dcterms:created>
  <dcterms:modified xsi:type="dcterms:W3CDTF">2026-02-02T03:21:08Z</dcterms:modified>
</cp:coreProperties>
</file>